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embeddedFontLst>
    <p:embeddedFont>
      <p:font typeface="Instrument Sans Medium" pitchFamily="34" charset="0"/>
      <p:regular r:id="rId13"/>
    </p:embeddedFont>
    <p:embeddedFont>
      <p:font typeface="Instrument Sans Medium" pitchFamily="34" charset="-122"/>
      <p:regular r:id="rId14"/>
    </p:embeddedFont>
    <p:embeddedFont>
      <p:font typeface="Instrument Sans Medium" pitchFamily="34" charset="-120"/>
      <p:regular r:id="rId15"/>
    </p:embeddedFont>
    <p:embeddedFont>
      <p:font typeface="Open Sans" pitchFamily="34" charset="0"/>
      <p:bold r:id="rId16"/>
    </p:embeddedFont>
    <p:embeddedFont>
      <p:font typeface="Open Sans" pitchFamily="34" charset="-122"/>
      <p:bold r:id="rId17"/>
    </p:embeddedFont>
    <p:embeddedFont>
      <p:font typeface="Open Sans" pitchFamily="34" charset="-120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7.svg"/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37370"/>
            <a:ext cx="7420496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FileVault — Личное веб-хранилище файлов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592958"/>
            <a:ext cx="81517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Аналог облачного диска на Python и Flask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979241"/>
            <a:ext cx="81517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Кофанов Алексей</a:t>
            </a:r>
            <a:endParaRPr lang="en-US" sz="1100" dirty="0"/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4070" y="4414520"/>
            <a:ext cx="1910080" cy="728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5482"/>
            <a:ext cx="3322662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Цель и задача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5162" y="1069925"/>
            <a:ext cx="8213675" cy="1277466"/>
          </a:xfrm>
          <a:prstGeom prst="roundRect">
            <a:avLst>
              <a:gd name="adj" fmla="val 1561"/>
            </a:avLst>
          </a:prstGeom>
          <a:solidFill>
            <a:srgbClr val="3E3E3E"/>
          </a:solidFill>
        </p:spPr>
      </p:sp>
      <p:sp>
        <p:nvSpPr>
          <p:cNvPr id="4" name="Shape 2"/>
          <p:cNvSpPr/>
          <p:nvPr/>
        </p:nvSpPr>
        <p:spPr>
          <a:xfrm>
            <a:off x="598066" y="1202829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F5F54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678" y="1312441"/>
            <a:ext cx="179412" cy="17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066" y="1726109"/>
            <a:ext cx="1661294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Цель проекта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8066" y="2008510"/>
            <a:ext cx="7947868" cy="2059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Создать автономный сервис для хранения и управления файлами, работающий без сторонних API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5162" y="2534245"/>
            <a:ext cx="1993553" cy="249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Задачи: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5162" y="2970237"/>
            <a:ext cx="265807" cy="1660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5162" y="3181796"/>
            <a:ext cx="4044553" cy="14288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1" name="Text 8"/>
          <p:cNvSpPr/>
          <p:nvPr/>
        </p:nvSpPr>
        <p:spPr>
          <a:xfrm>
            <a:off x="465162" y="3276823"/>
            <a:ext cx="4044553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Реализовать систему регистрации и авторизации пользователей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34285" y="2970237"/>
            <a:ext cx="265807" cy="1660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34285" y="3181796"/>
            <a:ext cx="4044553" cy="14288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4" name="Text 11"/>
          <p:cNvSpPr/>
          <p:nvPr/>
        </p:nvSpPr>
        <p:spPr>
          <a:xfrm>
            <a:off x="4634285" y="3276823"/>
            <a:ext cx="4044553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Написать логику загрузки, хранения и поиска файлов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5162" y="3916412"/>
            <a:ext cx="265807" cy="1660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5162" y="4127971"/>
            <a:ext cx="4044553" cy="14288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17" name="Text 14"/>
          <p:cNvSpPr/>
          <p:nvPr/>
        </p:nvSpPr>
        <p:spPr>
          <a:xfrm>
            <a:off x="465162" y="4222998"/>
            <a:ext cx="4044553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Обеспечить безопасность данных и валидацию типов файлов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34285" y="3916412"/>
            <a:ext cx="265807" cy="1660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34285" y="4127971"/>
            <a:ext cx="4044553" cy="14288"/>
          </a:xfrm>
          <a:prstGeom prst="rect">
            <a:avLst/>
          </a:prstGeom>
          <a:solidFill>
            <a:srgbClr val="F5F547"/>
          </a:solidFill>
        </p:spPr>
      </p:sp>
      <p:sp>
        <p:nvSpPr>
          <p:cNvPr id="20" name="Text 17"/>
          <p:cNvSpPr/>
          <p:nvPr/>
        </p:nvSpPr>
        <p:spPr>
          <a:xfrm>
            <a:off x="4634285" y="4222998"/>
            <a:ext cx="4044553" cy="415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Разработать REST API для взаимодействия с сервисом</a:t>
            </a:r>
            <a:endParaRPr lang="en-US" sz="1300" dirty="0"/>
          </a:p>
        </p:txBody>
      </p:sp>
      <p:pic>
        <p:nvPicPr>
          <p:cNvPr id="21" name="Изображение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50" y="4638675"/>
            <a:ext cx="1114425" cy="425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1326"/>
            <a:ext cx="35441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Стек технологий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38673"/>
            <a:ext cx="2126456" cy="265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Backend: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2646238"/>
            <a:ext cx="2486323" cy="7795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3.12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SQLAlchemy (ORM)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33080" y="2238673"/>
            <a:ext cx="2126456" cy="265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333080" y="2646238"/>
            <a:ext cx="2486323" cy="1006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HTML5 / CSS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Bootstrap 5 (адаптивный дизайн)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Jinja2 (шаблонизатор)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0042" y="2238673"/>
            <a:ext cx="2126456" cy="265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Инструменты: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70042" y="2646238"/>
            <a:ext cx="2486323" cy="7300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Flask-WTF (формы и защита)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Стандартные библиотеки: zipfile, csv, os</a:t>
            </a:r>
            <a:endParaRPr lang="en-US" sz="1100" dirty="0"/>
          </a:p>
        </p:txBody>
      </p:sp>
      <p:pic>
        <p:nvPicPr>
          <p:cNvPr id="21" name="Изображение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0" y="4638675"/>
            <a:ext cx="1114425" cy="425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6404"/>
            <a:ext cx="3708648" cy="4083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Структура базы данных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852934"/>
            <a:ext cx="1960364" cy="244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Основные модели: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349" y="1278582"/>
            <a:ext cx="4054376" cy="1148953"/>
          </a:xfrm>
          <a:prstGeom prst="roundRect">
            <a:avLst>
              <a:gd name="adj" fmla="val 1706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1636" y="1292870"/>
            <a:ext cx="4025801" cy="392013"/>
          </a:xfrm>
          <a:prstGeom prst="roundRect">
            <a:avLst>
              <a:gd name="adj" fmla="val 627"/>
            </a:avLst>
          </a:prstGeom>
          <a:solidFill>
            <a:srgbClr val="3E3E3E"/>
          </a:solidFill>
        </p:spPr>
      </p:sp>
      <p:sp>
        <p:nvSpPr>
          <p:cNvPr id="6" name="Text 4"/>
          <p:cNvSpPr/>
          <p:nvPr/>
        </p:nvSpPr>
        <p:spPr>
          <a:xfrm>
            <a:off x="2386533" y="1366317"/>
            <a:ext cx="196007" cy="2450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2307" y="1805360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2307" y="2081733"/>
            <a:ext cx="3764459" cy="200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пользователя (хеш пароля)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2201" y="1278582"/>
            <a:ext cx="4054450" cy="1148953"/>
          </a:xfrm>
          <a:prstGeom prst="roundRect">
            <a:avLst>
              <a:gd name="adj" fmla="val 1706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6488" y="1292870"/>
            <a:ext cx="4025875" cy="392013"/>
          </a:xfrm>
          <a:prstGeom prst="roundRect">
            <a:avLst>
              <a:gd name="adj" fmla="val 627"/>
            </a:avLst>
          </a:prstGeom>
          <a:solidFill>
            <a:srgbClr val="3E3E3E"/>
          </a:solidFill>
        </p:spPr>
      </p:sp>
      <p:sp>
        <p:nvSpPr>
          <p:cNvPr id="11" name="Text 9"/>
          <p:cNvSpPr/>
          <p:nvPr/>
        </p:nvSpPr>
        <p:spPr>
          <a:xfrm>
            <a:off x="6561386" y="1366317"/>
            <a:ext cx="196007" cy="2450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77160" y="1805360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Folder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7160" y="2081733"/>
            <a:ext cx="3764533" cy="200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Вложенные папки (связь parent_id для структуры дерева)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349" y="2548012"/>
            <a:ext cx="4054376" cy="1148953"/>
          </a:xfrm>
          <a:prstGeom prst="roundRect">
            <a:avLst>
              <a:gd name="adj" fmla="val 1706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636" y="2562299"/>
            <a:ext cx="4025801" cy="392013"/>
          </a:xfrm>
          <a:prstGeom prst="roundRect">
            <a:avLst>
              <a:gd name="adj" fmla="val 627"/>
            </a:avLst>
          </a:prstGeom>
          <a:solidFill>
            <a:srgbClr val="3E3E3E"/>
          </a:solidFill>
        </p:spPr>
      </p:sp>
      <p:sp>
        <p:nvSpPr>
          <p:cNvPr id="16" name="Text 14"/>
          <p:cNvSpPr/>
          <p:nvPr/>
        </p:nvSpPr>
        <p:spPr>
          <a:xfrm>
            <a:off x="2386533" y="2635746"/>
            <a:ext cx="196007" cy="2450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2307" y="3074789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2307" y="3351163"/>
            <a:ext cx="3764459" cy="200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Метаданные (имя, размер, дата, тип файла)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2201" y="2548012"/>
            <a:ext cx="4054450" cy="1148953"/>
          </a:xfrm>
          <a:prstGeom prst="roundRect">
            <a:avLst>
              <a:gd name="adj" fmla="val 1706"/>
            </a:avLst>
          </a:prstGeom>
          <a:solidFill>
            <a:srgbClr val="1F1F1F"/>
          </a:solidFill>
          <a:ln w="14288">
            <a:solidFill>
              <a:srgbClr val="5757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6488" y="2562299"/>
            <a:ext cx="4025875" cy="392013"/>
          </a:xfrm>
          <a:prstGeom prst="roundRect">
            <a:avLst>
              <a:gd name="adj" fmla="val 627"/>
            </a:avLst>
          </a:prstGeom>
          <a:solidFill>
            <a:srgbClr val="3E3E3E"/>
          </a:solidFill>
        </p:spPr>
      </p:sp>
      <p:sp>
        <p:nvSpPr>
          <p:cNvPr id="21" name="Text 19"/>
          <p:cNvSpPr/>
          <p:nvPr/>
        </p:nvSpPr>
        <p:spPr>
          <a:xfrm>
            <a:off x="6561386" y="2635746"/>
            <a:ext cx="196007" cy="2450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77160" y="3074789"/>
            <a:ext cx="1633612" cy="2041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77160" y="3351163"/>
            <a:ext cx="3764533" cy="2008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Теги для категоризации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349" y="3877642"/>
            <a:ext cx="1960364" cy="2449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Связи: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349" y="4303291"/>
            <a:ext cx="8229302" cy="443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пользователь имеет множество папок и файлов</a:t>
            </a:r>
            <a:endParaRPr lang="en-US" sz="10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Файлы и Теги связаны отношением Many-to-Many</a:t>
            </a:r>
            <a:endParaRPr lang="en-US" sz="1000" dirty="0"/>
          </a:p>
        </p:txBody>
      </p:sp>
      <p:pic>
        <p:nvPicPr>
          <p:cNvPr id="26" name="Изображение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0" y="4638675"/>
            <a:ext cx="1114425" cy="425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3847"/>
            <a:ext cx="3941341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Основной функционал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8943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78943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Управление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095946"/>
            <a:ext cx="2067595" cy="19136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Регистрация, вход, выход из системы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папок (включая вложенные) и загрузка файлов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Автоматическая защита от дубликатов имён файлов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2433" y="178943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78943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Поиск и просмотр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095946"/>
            <a:ext cx="2067595" cy="1183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Поиск по названию файла и по тегам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Галерея изображений и предпросмотр текстовых файлов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8747" y="178943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789435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Экспорт и API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095946"/>
            <a:ext cx="2067595" cy="14600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Скачивание папок целиком в формате ZIP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Экспорт списка файлов в CSV и JSON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Полноценный REST API (GET, POST, DELETE)</a:t>
            </a:r>
            <a:endParaRPr lang="en-US" sz="1100" dirty="0"/>
          </a:p>
        </p:txBody>
      </p:sp>
      <p:pic>
        <p:nvPicPr>
          <p:cNvPr id="21" name="Изображение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250" y="4638675"/>
            <a:ext cx="1114425" cy="425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1326"/>
            <a:ext cx="35441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Планы на будущее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38673"/>
            <a:ext cx="2729731" cy="265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Деплой и инфраструктура: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2646238"/>
            <a:ext cx="3902943" cy="956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Публикация сайта на стабильном хостинге (VPS или Railway) для постоянной доступности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Перенос хранения файлов с локального диска на объектное хранилище (S3 / Yandex Cloud)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238673"/>
            <a:ext cx="2126456" cy="2658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5F547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Новые функции: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49701" y="2646238"/>
            <a:ext cx="3902943" cy="10063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Возможность делиться файлами по публичной ссылке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Мобильная версия приложения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Настройка прав доступа к отдельным папкам</a:t>
            </a:r>
            <a:endParaRPr lang="en-US" sz="1100" dirty="0"/>
          </a:p>
        </p:txBody>
      </p:sp>
      <p:pic>
        <p:nvPicPr>
          <p:cNvPr id="21" name="Изображение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250" y="4638675"/>
            <a:ext cx="1114425" cy="425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WPS Presentation</Application>
  <PresentationFormat>On-screen Show (16:9)</PresentationFormat>
  <Paragraphs>114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Instrument Sans Medium</vt:lpstr>
      <vt:lpstr>Instrument Sans Medium</vt:lpstr>
      <vt:lpstr>Instrument Sans Medium</vt:lpstr>
      <vt:lpstr>Open Sans</vt:lpstr>
      <vt:lpstr>Open Sans</vt:lpstr>
      <vt:lpstr>Open Sans</vt:lpstr>
      <vt:lpstr>Instrument Sans Light</vt:lpstr>
      <vt:lpstr>Segoe Print</vt:lpstr>
      <vt:lpstr>Instrument Sans Light</vt:lpstr>
      <vt:lpstr>Instrument Sans Light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aleks</cp:lastModifiedBy>
  <cp:revision>2</cp:revision>
  <dcterms:created xsi:type="dcterms:W3CDTF">2026-05-11T15:56:00Z</dcterms:created>
  <dcterms:modified xsi:type="dcterms:W3CDTF">2026-05-11T15:56:55Z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5F3424EA33C045AAA933A33E7B0A5BBC_12</vt:lpwstr>
  </property>
  <property fmtid="{D5CDD505-2E9C-101B-9397-08002B2CF9AE}" pid="3" name="KSOProductBuildVer">
    <vt:lpwstr>1049-12.1.0.25242</vt:lpwstr>
  </property>
</Properties>
</file>